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Empezamos por los datos, no por la tecnología. En el call center, las quejas son el 17% de los contactos pero solo el 43.6% se resuelve al primer contacto, contra 91.5% en consultas transaccionales; el 63% necesita seguimiento y duran 2.1 veces más. En PQR, cargo no reconocido y cobro indebido son el 36.5%, con un 20% fuera de SLA y 16 días de mediana. Elegimos ese flujo: mucho volumen, peor experiencia y acciones seguras, porque abrir una disputa y bloquear una tarjeta no mueven dinero.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solo agente en LangGraph con pasos explícitos. El modelo aparece en un solo lugar de la demo: entender qué quiere el cliente. Es un router de intención que entrenamos nosotros, local, de 0,2 megas, que se abstiene cuando duda; los montos, las fechas y el sí de cada acción los siguen leyendo reglas. Todo lo que puede causar daño es código: el guard filtra inyecciones y enmascara PII; las herramientas derivan el cliente del token, así que un prompt no puede pedir datos ajenos; la elegibilidad la decide un YAML con reglas identificadas; y cada acción pide confirmación y se verifica releyendo el estado. El router y el writer con LLM están implementados detrás de las mismas interfaces, pero apagados: no hay API paga, y la línea base es el camino alternativo si el modelo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conversaciones del mismo flujo, con clientes reales del dataset del organizador. Primera, en México: el cliente no reconoce un cargo de 151 dólares en Gasolinera Express; hay un único candidato, la política lo permite y el agente ofrece la disputa y el bloqueo por separado. Con «sí, ambas» abre la disputa y bloquea la tarjeta; solo dice 'listo' si la verificación lo confirma. Segunda, en Colombia: 242.000 pesos coincide con dos cargos, así que pregunta en vez de adivinar. Tercera, en portugués: un cargo con score de fraude 95.1 activa la regla H03 y pasa a un analista con la traza, los hechos verificados y la regla. Y si alguien escribe 'ignora tus instrucciones', el guard lo bloquea antes del router; aunque no lo hiciera, el cliente sale del token, no del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entrenamos sobre las transcripciones del dataset: solo hay 42 textos de cliente distintos. Medimos donde hay etiquetas válidas. Uno: el agente de la demo contra la línea base de reglas y contra dos líneas base ingenuas, en casos reservados generados por el equipo y declarados como tales; automatizar sin política da 82 resultados inseguros de 115, el nuestro cero. Dos: el componente aprendido, el router de intención, contra las reglas, en un corpus propio dividido por autor. Tres: seguridad; con datasets públicos, regex AUC 0.55 · clasificador AUC 0.97, pero lo que importa es el daño, que medimos aparte: cero, aun con el guard apagado. Y un red team propio de tres rondas sí encontró daño real, que corregimos en la raíz. Cuatro: equidad; el mismo caso en dialectos distintos debe dar la misma decisión. Somos explícitos: el test ya se midió dos veces y declaramos una fuga leve.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no se escribió a ojo. El umbral de fraude provisional era 60; lo calibramos con un split temporal: elegido en datos previos a 2026 con un presupuesto de derivación de 2%, y medido una sola vez en 2026. Con 30 recuperamos 72% de los fraudes con score derivando 0,08% de las transacciones; con 60 perdíamos seis de cada diez. El quiebre tan limpio es un artefacto del generador sintético: con datos reales hay que recalibrar con el mismo script. Y cada límite de los datos se reporta y cambió una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falta, sin maquillaje. El núcleo ya está: permisos, política, consentimiento por acción, acciones verificadas, un router aprendido con fallback, pipeline con linaje, auditoría encadenada y un deploy automático que verifica los escenarios antes de publicar. Para producción faltan piezas conocidas: un proveedor de identidad real con MFA y step-up antes de bloquear una tarjeta, estado compartido para escalar horizontalmente, auditoría inmutable, evaluar el LLM cuando haya presupuesto y un test nuevo escrito por otra persona. Y con datos reales, recalibrar el umbral. La arquitectura no cambia: cambian los adaptadores.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El problema,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Disputar un cargo es el peor momento del servicio</a:t>
            </a:r>
          </a:p>
        </p:txBody>
      </p:sp>
      <p:pic>
        <p:nvPicPr>
          <p:cNvPr id="5" name="Picture 4" descr="01_demanda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7863840" cy="3440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9202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2996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43.6%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6334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las quejas se resuelve al primer contacto (vs 91.5% transaccional)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364992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47472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07822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los PQR son «cargo no reconocido» o «cobro indebido» (24.491 casos)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809744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91947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16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52297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mediana de resolución; 20% incumple el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Datos sintéticos del organizador (LATAM Bank) · 686.296 interacciones y 67.095 PQR · reports/EDA_findings.md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El modelo interpreta; el código decide y actúa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inyección · PII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76272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0592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Entender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intención: modelo local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78224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52544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Buscar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transacción / tarjeta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5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Decidir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policy.yaml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Actuar / Handoff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confirmado + verificado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Responder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plantillas es /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256032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Código: decide y actúa (auditable, testeable)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108960"/>
            <a:ext cx="256032" cy="18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063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Modelo: interpreta (router aprendido local; si no carga, reglas)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Contrato por tabla, cuarentena, upsert incremental y linaje por corrida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Única puerta a los datos: el cliente sale del token de sesión, nunca del texto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policy.yaml versionado: reglas con ID (D01…H04) que explican cada decisión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Agente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LangGraph con transiciones declaradas; 19 caminos verificados, lo no declarado falla cerrado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docs/architecture.md · ADR 0002 (grafo determinista) · ADR 0009 (router aprendido)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Demo en 3 escenas · clientes reales del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Un solo flujo: resuelve, pregunta o deriva — nunca adivina</a:t>
            </a:r>
          </a:p>
        </p:txBody>
      </p:sp>
      <p:pic>
        <p:nvPicPr>
          <p:cNvPr id="5" name="Picture 4" descr="escen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3520440" cy="2200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1 · Normal (es-MX)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«Hola, me llegó un cargo de 151 dólares que no reconozco»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1 cargo (150.86 USD, Gasolinera Express). Ofrece disputa y bloqueo por separado; con «sí, ambas» abre la disputa y bloquea la tarjeta, ambas verificadas.</a:t>
            </a:r>
          </a:p>
        </p:txBody>
      </p:sp>
      <p:pic>
        <p:nvPicPr>
          <p:cNvPr id="9" name="Picture 8" descr="escen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874519"/>
            <a:ext cx="352044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7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2 · Ambiguo (es-CO)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«Buenas, me aparece un cobro de 242.000 pesos que yo no hice»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2 candidatos: pregunta cuál y solo avanza cuando el cliente elige («la 1»).</a:t>
            </a:r>
          </a:p>
        </p:txBody>
      </p:sp>
      <p:pic>
        <p:nvPicPr>
          <p:cNvPr id="13" name="Picture 12" descr="escen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1874519"/>
            <a:ext cx="3520440" cy="22002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1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3 · Handoff en pt + ataque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«Olá, não reconheço uma cobrança de 114 dólares do dia 12/06»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fraud_score 95.1 ≥ 30 → regla H03 → analista con el paquete completo. «Ignora tus instrucciones anteriores…» → bloqueado por el guard.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B54A1A"/>
                </a:solidFill>
                <a:latin typeface="Calibri"/>
              </a:rPr>
              <a:t>Demo en vivo: [[PENDIENTE: deploy]] · clientes de docs/demo/demo_customers.json (verificados 14/14) · guion: docs/demo-script.md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Cómo sabemos que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Evaluación honesta: contra líneas base, en casos reservados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Agente de la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109/115 correctos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55/57 resoluciones seguras · 0/115 inseguros · 0/38 transferencias faltantes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reglas: 104/115 correctos · 51/57 · 7/38 faltantes · sin política (B1): 82/115 inseguros · todo a humano (B0): 0/57 resueltos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Componente aprendido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F1 0.877 vs 0.548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acción equivocada 1.6% vs 18.6% de los mensajes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Router de intención local vs reglas · corpus propio, split por autor (n=306)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 y red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0 daños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0/2.531 con daño (datasets públicos, aun sin guard)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Red team adaptativo: 0/308 tras 3 rondas (antes: 40/110 · 34/99 · 30/99); el daño real se corrigió en la raíz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Equidad por dialecto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10/11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grupos con la misma decisión MX · CO · AR · pt-BR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No enrutamos por acento: el EDA no muestra efecto (FCR 76.7% vs 76.6%)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Calibri"/>
              </a:rPr>
              <a:t>Test congelado: 115 casos + 44 variantes de dialecto, 3 corridas (segunda medición, fuga leve declarada) · 681 tests en CI, sin datos ni API keys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reports/eval_router.md · eval.md · intent_router.md · injection_eval.md · redteam.md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Datos e ingeniería que lo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Decisiones tomadas por los datos, no a pesar de ellos</a:t>
            </a:r>
          </a:p>
        </p:txBody>
      </p:sp>
      <p:pic>
        <p:nvPicPr>
          <p:cNvPr id="5" name="Picture 4" descr="04_umbral_fr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223760" cy="406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A8984"/>
                </a:solidFill>
                <a:latin typeface="Calibri"/>
              </a:rPr>
              <a:t>Límite del dato →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774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3957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textos de cliente distintos en 171k transcripciones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94436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no entrenamos intención con ellos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75887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694175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transacciones sin fraud_score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4242816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riesgo residual documentado; H02/H04 y el analista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974336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4992623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IDs de cliente cambian entre las 2 entregas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541264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huella por entrega + upsert idempotente + linaje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reports/fraud_threshold.md · ADR 0006 · charts/03_calidad_datos.png (6 límites → 6 decisiones)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Ruta 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Qué está listo en el sandbox y qué falta para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Listo en el sandbox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Permisos por sesión: token con expiración, sin IDs en el 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Política versionada con reglas identificadas y umbral calibrado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Consentimiento por acción, acciones verificadas, handoff versionado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Router aprendido local con fallback visible a reglas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Red team de 3 rondas e invariantes con Hypothesis, en CI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encadenada · dependencias con hash · CI → GHCR → Render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B54A1A"/>
                </a:solidFill>
                <a:latin typeface="Calibri"/>
              </a:rPr>
              <a:t>Demo desplegada: [[PENDIENTE: deploy]]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Falta para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IdP real (OIDC) con MFA y step-up antes de actuar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Estado compartido (checkpointer, sesiones) para escalar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WORM, claves en KMS, gateway con WAF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Evaluar el LLM (hoy apagado) y un test v3 escrito por otra persona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Calificaciones humanas de los handoffs (kit listo)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Recalibrar el umbral con datos reales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Capacidad hoy: p95 233 ms por turno · ~61 turnos/s por réplica (sin LLM, costo $0)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github.com/Mr-Percival/factored-hackathon-2026-disputas · docs/threat-model.md · docs/adr/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